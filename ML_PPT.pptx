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6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1329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4617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30736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0471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16752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34176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0784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0808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09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5626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770616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756412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8839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912639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10891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163776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89592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072066-F230-4034-A571-DCBF459AE35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0F53EE-ADC6-4600-92E3-EEB30E3D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8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tyamYadav26/fake-job-detection/tree/mai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35D8-9872-4F9C-944A-3A32B195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626659"/>
            <a:ext cx="9601196" cy="2913529"/>
          </a:xfrm>
        </p:spPr>
        <p:txBody>
          <a:bodyPr>
            <a:normAutofit/>
          </a:bodyPr>
          <a:lstStyle/>
          <a:p>
            <a:r>
              <a:rPr lang="en-US" sz="2800" dirty="0"/>
              <a:t>Name: </a:t>
            </a:r>
            <a:r>
              <a:rPr lang="en-US" sz="2800" b="1" dirty="0"/>
              <a:t>SATYAM KUMAR YADAV</a:t>
            </a:r>
            <a:br>
              <a:rPr lang="en-US" sz="2800" dirty="0"/>
            </a:br>
            <a:r>
              <a:rPr lang="en-US" sz="2800" dirty="0"/>
              <a:t>Course: </a:t>
            </a:r>
            <a:r>
              <a:rPr lang="en-US" sz="2800" b="1" dirty="0"/>
              <a:t>B.TECH CSE</a:t>
            </a:r>
            <a:br>
              <a:rPr lang="en-US" sz="2800" dirty="0"/>
            </a:br>
            <a:r>
              <a:rPr lang="en-US" sz="2800" dirty="0"/>
              <a:t>UEN: </a:t>
            </a:r>
            <a:r>
              <a:rPr lang="en-US" sz="2800" b="1" dirty="0"/>
              <a:t>RTU24101CS013</a:t>
            </a:r>
            <a:br>
              <a:rPr lang="en-US" sz="2800" dirty="0"/>
            </a:br>
            <a:r>
              <a:rPr lang="en-US" sz="2800" dirty="0"/>
              <a:t>Subject: </a:t>
            </a:r>
            <a:r>
              <a:rPr lang="en-US" sz="2800" b="1" dirty="0"/>
              <a:t>MACHINE LEARNING</a:t>
            </a:r>
            <a:br>
              <a:rPr lang="en-US" sz="2800" dirty="0"/>
            </a:br>
            <a:r>
              <a:rPr lang="en-US" sz="2800" dirty="0"/>
              <a:t>Topic : </a:t>
            </a:r>
            <a:r>
              <a:rPr lang="en-US" sz="2800" b="1" dirty="0"/>
              <a:t>FAKE JOB DETECTION</a:t>
            </a:r>
            <a:br>
              <a:rPr lang="en-US" sz="2800" dirty="0"/>
            </a:br>
            <a:r>
              <a:rPr lang="en-US" sz="2800" dirty="0"/>
              <a:t>Presented To: </a:t>
            </a:r>
            <a:r>
              <a:rPr lang="en-US" sz="2800" b="1" dirty="0"/>
              <a:t>MR. KUMAR SATYAM TANTI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1E99D3-2B55-4AAD-81D2-9917E3E78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18" y="978145"/>
            <a:ext cx="6920753" cy="1289926"/>
          </a:xfrm>
        </p:spPr>
      </p:pic>
    </p:spTree>
    <p:extLst>
      <p:ext uri="{BB962C8B-B14F-4D97-AF65-F5344CB8AC3E}">
        <p14:creationId xmlns:p14="http://schemas.microsoft.com/office/powerpoint/2010/main" val="377780274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A1D756-416C-4D4C-8931-C826D1F6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481D4A-4CB7-4BD9-9FC2-2D02B053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448" y="1900518"/>
            <a:ext cx="8919882" cy="4276445"/>
          </a:xfrm>
        </p:spPr>
        <p:txBody>
          <a:bodyPr/>
          <a:lstStyle/>
          <a:p>
            <a:r>
              <a:rPr lang="en-US" dirty="0"/>
              <a:t>Fake job postings are </a:t>
            </a:r>
            <a:r>
              <a:rPr lang="en-US" b="1" dirty="0"/>
              <a:t>fraudulent job ads</a:t>
            </a:r>
            <a:r>
              <a:rPr lang="en-US" dirty="0"/>
              <a:t> made to trick people.</a:t>
            </a:r>
          </a:p>
          <a:p>
            <a:r>
              <a:rPr lang="en-US" dirty="0"/>
              <a:t>The goal of this project is to </a:t>
            </a:r>
            <a:r>
              <a:rPr lang="en-US" b="1" dirty="0"/>
              <a:t>detect whether a job posting is real or fake</a:t>
            </a:r>
            <a:r>
              <a:rPr lang="en-US" dirty="0"/>
              <a:t> using </a:t>
            </a:r>
            <a:r>
              <a:rPr lang="en-US" b="1" dirty="0"/>
              <a:t>Machine Learning</a:t>
            </a:r>
            <a:r>
              <a:rPr lang="en-US" dirty="0"/>
              <a:t>.</a:t>
            </a:r>
          </a:p>
          <a:p>
            <a:r>
              <a:rPr lang="en-US" b="1" dirty="0"/>
              <a:t>Algorithm Used:</a:t>
            </a:r>
            <a:r>
              <a:rPr lang="en-US" dirty="0"/>
              <a:t> Naive Bayes with TF-IDF features.</a:t>
            </a:r>
          </a:p>
          <a:p>
            <a:r>
              <a:rPr lang="en-US" b="1" dirty="0"/>
              <a:t>Language:</a:t>
            </a:r>
            <a:r>
              <a:rPr lang="en-US" dirty="0"/>
              <a:t>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7871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DC61-FF11-461C-9957-A1013CDD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56734"/>
          </a:xfrm>
        </p:spPr>
        <p:txBody>
          <a:bodyPr/>
          <a:lstStyle/>
          <a:p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Description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6847BA-60AA-45D1-8518-C7615B837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906" y="2162196"/>
            <a:ext cx="959296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Kaggle –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Job Postings Dataset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title, description, requirements, and label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Column: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fraudulent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Real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Fake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18,000 job postings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33299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2B00-1CA8-4A36-95E2-5C0EB750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Workflow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C6E7-E494-407E-BADA-3478D3DA0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918" y="2465293"/>
            <a:ext cx="9439834" cy="3666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Data → Preprocessing → Feature Extraction → Model Training → Evaluation → Deployment</a:t>
            </a:r>
          </a:p>
        </p:txBody>
      </p:sp>
    </p:spTree>
    <p:extLst>
      <p:ext uri="{BB962C8B-B14F-4D97-AF65-F5344CB8AC3E}">
        <p14:creationId xmlns:p14="http://schemas.microsoft.com/office/powerpoint/2010/main" val="188213908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10EE-F569-43C8-9BA9-2CA5A36B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Step 1: Load the Data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9A3438-64A0-42B6-A079-579A2796411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81953" y="3825427"/>
            <a:ext cx="861508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load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dataset size and how many fake/real jobs there 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E6238C-1BDD-43A4-B0AA-EFACDC7552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66782" y="1841153"/>
            <a:ext cx="5074024" cy="19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4124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5323-87AD-439E-9075-C812A393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Clean the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D0B0-BF85-45CB-9C02-4CCDCE4D1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7835" y="3352799"/>
            <a:ext cx="7566211" cy="300317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Converted text to lowercase.</a:t>
            </a:r>
          </a:p>
          <a:p>
            <a:endParaRPr lang="en-US" dirty="0"/>
          </a:p>
          <a:p>
            <a:r>
              <a:rPr lang="en-US" dirty="0"/>
              <a:t>Removed special characters using regex.</a:t>
            </a:r>
          </a:p>
          <a:p>
            <a:endParaRPr lang="en-US" dirty="0"/>
          </a:p>
          <a:p>
            <a:r>
              <a:rPr lang="en-US" dirty="0"/>
              <a:t>Removed </a:t>
            </a:r>
            <a:r>
              <a:rPr lang="en-US" dirty="0" err="1"/>
              <a:t>stopwords</a:t>
            </a:r>
            <a:r>
              <a:rPr lang="en-US" dirty="0"/>
              <a:t> like the, is, and.</a:t>
            </a:r>
          </a:p>
          <a:p>
            <a:endParaRPr lang="en-US" dirty="0"/>
          </a:p>
          <a:p>
            <a:r>
              <a:rPr lang="en-US" dirty="0"/>
              <a:t>Combined title, description, and requirements into one clean text column.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42DD8-1E28-417F-A3E6-9A288B10FE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03176" y="2048932"/>
            <a:ext cx="6185648" cy="130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5802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F0A8-5424-40EE-8253-203E3177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Train–Test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6741-F0B9-4752-A2D5-4A581B518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3935505"/>
            <a:ext cx="7552765" cy="1927413"/>
          </a:xfrm>
        </p:spPr>
        <p:txBody>
          <a:bodyPr>
            <a:normAutofit/>
          </a:bodyPr>
          <a:lstStyle/>
          <a:p>
            <a:r>
              <a:rPr lang="en-US" dirty="0"/>
              <a:t>Divided data into 80% training and 20% testing.</a:t>
            </a:r>
          </a:p>
          <a:p>
            <a:endParaRPr lang="en-US" dirty="0"/>
          </a:p>
          <a:p>
            <a:r>
              <a:rPr lang="en-US" dirty="0"/>
              <a:t>Ensures model is tested on unseen data.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A528BF-55BC-4D0C-A555-672F7267AD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59106" y="2323515"/>
            <a:ext cx="7386918" cy="110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9718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777B-A5C6-4758-9830-B918DED3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47" y="484910"/>
            <a:ext cx="10515600" cy="1325563"/>
          </a:xfrm>
        </p:spPr>
        <p:txBody>
          <a:bodyPr/>
          <a:lstStyle/>
          <a:p>
            <a:r>
              <a:rPr lang="en-US" b="1" dirty="0"/>
              <a:t>Step 4: Build Pipeline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034FBB-7B97-450D-997A-628CB807DE4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199" y="3308797"/>
            <a:ext cx="785756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text →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predicts if job is real or fake.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the whole process automatic.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47D2E-BEBD-4D1E-B1F3-4A6345ACC8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47365" y="1909085"/>
            <a:ext cx="6866964" cy="112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541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E255-405C-4F4B-A139-1223FFAC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17D1-E68A-428B-B89B-EC41373A0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3318" y="3429000"/>
            <a:ext cx="7458634" cy="2401094"/>
          </a:xfrm>
        </p:spPr>
        <p:txBody>
          <a:bodyPr>
            <a:normAutofit fontScale="92500"/>
          </a:bodyPr>
          <a:lstStyle/>
          <a:p>
            <a:r>
              <a:rPr lang="en-US" dirty="0"/>
              <a:t>Accuracy shows how well the model predicts.</a:t>
            </a:r>
          </a:p>
          <a:p>
            <a:r>
              <a:rPr lang="en-US" dirty="0"/>
              <a:t>Confusion Matrix tells correct and wrong predictions visually.</a:t>
            </a:r>
          </a:p>
          <a:p>
            <a:r>
              <a:rPr lang="en-US" dirty="0"/>
              <a:t>Classification report shows precision, recall, F1-score.</a:t>
            </a:r>
          </a:p>
          <a:p>
            <a:r>
              <a:rPr lang="en-US" dirty="0"/>
              <a:t>🧠 </a:t>
            </a:r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“Model Accuracy = 97%”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62729A-C802-45CF-8D5A-473B988B20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92188" y="2138924"/>
            <a:ext cx="6840071" cy="10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511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7C44-559F-4B7D-B9A0-40864042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6: Save Model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CE7CA8E-0A4B-4F3E-96A3-EAAC353E8D2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37129" y="3875821"/>
            <a:ext cx="64814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the model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reuse later without retraining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1596D-CAFB-4872-95CB-B549E827FE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41811" y="2196820"/>
            <a:ext cx="6311153" cy="113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3301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6CA4AB9-5EA2-40C6-8C07-94DD921CA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27797"/>
            <a:ext cx="357982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Quick Demo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9570A84-BA1D-4740-8DD3-BF77FDB8FF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0" y="815788"/>
            <a:ext cx="5181600" cy="539675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A2D1EF-87BD-487B-AA4E-D721C0FF52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8553" y="1775012"/>
            <a:ext cx="5181600" cy="384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5576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A0FE-F262-4A11-A920-F480C84D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63209"/>
          </a:xfrm>
        </p:spPr>
        <p:txBody>
          <a:bodyPr/>
          <a:lstStyle/>
          <a:p>
            <a:r>
              <a:rPr lang="en-US" b="1" u="sng" dirty="0"/>
              <a:t>Conclusion &amp;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44CD99-91DD-4E67-A83D-6F9A908C41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5368"/>
            <a:ext cx="9678868" cy="395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detects fake job posts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high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Helps prevent people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falling for scams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b="1" dirty="0"/>
              <a:t>Future Improvements: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/>
              <a:t>Deep Learning</a:t>
            </a:r>
            <a:r>
              <a:rPr lang="en-US" dirty="0"/>
              <a:t> (BERT).</a:t>
            </a:r>
          </a:p>
          <a:p>
            <a:pPr lvl="1"/>
            <a:r>
              <a:rPr lang="en-US" dirty="0"/>
              <a:t>Add </a:t>
            </a:r>
            <a:r>
              <a:rPr lang="en-US" b="1" dirty="0"/>
              <a:t>more real-world data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* Click on </a:t>
            </a:r>
            <a:r>
              <a:rPr lang="en-US" b="1" dirty="0">
                <a:hlinkClick r:id="rId2"/>
              </a:rPr>
              <a:t>GITHUB</a:t>
            </a:r>
            <a:r>
              <a:rPr lang="en-US" b="1" dirty="0"/>
              <a:t> to see the 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8736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201F20-FB43-4FDF-B3A0-726318200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405" y="1223098"/>
            <a:ext cx="5451675" cy="41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09655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122</TotalTime>
  <Words>365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Unicode MS</vt:lpstr>
      <vt:lpstr>Garamond</vt:lpstr>
      <vt:lpstr>Organic</vt:lpstr>
      <vt:lpstr>Name: SATYAM KUMAR YADAV Course: B.TECH CSE UEN: RTU24101CS013 Subject: MACHINE LEARNING Topic : FAKE JOB DETECTION Presented To: MR. KUMAR SATYAM TANTI</vt:lpstr>
      <vt:lpstr>Introduction </vt:lpstr>
      <vt:lpstr>Dataset Description </vt:lpstr>
      <vt:lpstr>Workflow Diagram</vt:lpstr>
      <vt:lpstr>Step 1: Load the Data </vt:lpstr>
      <vt:lpstr>Step 2: Clean the Text</vt:lpstr>
      <vt:lpstr>Step 3: Train–Test Split</vt:lpstr>
      <vt:lpstr>Step 4: Build Pipeline</vt:lpstr>
      <vt:lpstr>Step 5: Evaluation</vt:lpstr>
      <vt:lpstr>Step 6: Save Model</vt:lpstr>
      <vt:lpstr>Step 7: Quick Demo 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Lenovo</dc:creator>
  <cp:lastModifiedBy>Lenovo</cp:lastModifiedBy>
  <cp:revision>11</cp:revision>
  <dcterms:created xsi:type="dcterms:W3CDTF">2025-11-03T14:11:13Z</dcterms:created>
  <dcterms:modified xsi:type="dcterms:W3CDTF">2025-11-03T16:31:57Z</dcterms:modified>
</cp:coreProperties>
</file>